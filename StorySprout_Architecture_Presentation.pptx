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F2FE"/>
                </a:solidFill>
              </a:defRPr>
            </a:pPr>
            <a:r>
              <a:t>🌱 StorySprout</a:t>
            </a:r>
          </a:p>
          <a:p>
            <a:pPr algn="ctr">
              <a:spcBef>
                <a:spcPts val="2000"/>
              </a:spcBef>
              <a:defRPr sz="2200">
                <a:solidFill>
                  <a:srgbClr val="94A3B8"/>
                </a:solidFill>
              </a:defRPr>
            </a:pPr>
            <a:r>
              <a:t>Intergenerational Knowledge Transfer Through AI Storytelling — Turned Into a Book for Every Child</a:t>
            </a:r>
          </a:p>
          <a:p>
            <a:pPr algn="ctr">
              <a:spcBef>
                <a:spcPts val="3000"/>
              </a:spcBef>
              <a:defRPr sz="2000" i="1">
                <a:solidFill>
                  <a:srgbClr val="F59E0B"/>
                </a:solidFill>
              </a:defRPr>
            </a:pPr>
            <a:r>
              <a:t>"Sowing Yesterday's Wisdom, Growing Tomorrow's Minds."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Multi-Agent System Architecture &amp; Model Flow</a:t>
            </a:r>
          </a:p>
        </p:txBody>
      </p:sp>
      <p:pic>
        <p:nvPicPr>
          <p:cNvPr id="3" name="Picture 2" descr="storysprou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112772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Verified AI Models &amp; Engine Specifications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4876495"/>
              </a:tblGrid>
              <a:tr h="6286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CD34D"/>
                          </a:solidFill>
                        </a:defRPr>
                      </a:pPr>
                      <a:r>
                        <a:t>Component / Sub-Agent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CD34D"/>
                          </a:solidFill>
                        </a:defRPr>
                      </a:pPr>
                      <a:r>
                        <a:t>Verified Model /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CD34D"/>
                          </a:solidFill>
                        </a:defRPr>
                      </a:pPr>
                      <a:r>
                        <a:t>System Function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👑 Root Orchestrator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Python ThreadPoolExecutor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Coordinates sub-agent pipeline execution &amp; thread concurrency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🛡️ Safety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ibm/granite-4-h-small + Guardrails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Sanitizes input prompts &amp; page safety auditing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✍️ Master Storyteller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ibm/granite-4-h-small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Generates native narrative pages &amp; title per age &amp; language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🔍 Fact Check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ibm/granite-4-h-small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Validates historical dates, people &amp; cultural traditions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📖 Pedagogy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ibm/granite-4-h-small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Extracts 4 age-tailored vocabulary words &amp; meanings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🧩 Quiz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ibm/granite-4-h-small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Builds 3 comprehension multiple-choice questions &amp; key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🎨 Visual Director 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ibm/granite-4-h-small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Crafts scene illustration prompts &amp; hero character sheet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